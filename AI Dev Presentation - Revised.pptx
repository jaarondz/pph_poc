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3.svg" ContentType="image/svg+xml"/>
  <Override PartName="/ppt/media/image15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7" r:id="rId11"/>
    <p:sldId id="268" r:id="rId12"/>
    <p:sldId id="269" r:id="rId13"/>
    <p:sldId id="265" r:id="rId14"/>
    <p:sldId id="26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509A456-9171-4598-8E3A-96CA8E73A0A5}">
          <p14:sldIdLst>
            <p14:sldId id="256"/>
            <p14:sldId id="257"/>
          </p14:sldIdLst>
        </p14:section>
        <p14:section name="The Problem" id="{A786410E-3DEF-4EB6-9B1B-0A91C29B1BA4}">
          <p14:sldIdLst>
            <p14:sldId id="258"/>
            <p14:sldId id="259"/>
          </p14:sldIdLst>
        </p14:section>
        <p14:section name="Our First Attempt" id="{C7658686-9EC5-43AF-8D17-171FDC0E13AC}">
          <p14:sldIdLst>
            <p14:sldId id="262"/>
            <p14:sldId id="263"/>
            <p14:sldId id="260"/>
          </p14:sldIdLst>
        </p14:section>
        <p14:section name="The Turning Point" id="{47CCBEC3-3474-42D9-A3F7-38BB3E9E0AEF}">
          <p14:sldIdLst>
            <p14:sldId id="261"/>
            <p14:sldId id="264"/>
          </p14:sldIdLst>
        </p14:section>
        <p14:section name="Tech Stack" id="{1985341E-2372-48C2-B5A0-27DAC4927141}">
          <p14:sldIdLst>
            <p14:sldId id="267"/>
            <p14:sldId id="268"/>
          </p14:sldIdLst>
        </p14:section>
        <p14:section name="Lessons Learned" id="{FBECE3B8-CE64-4B9D-BCD2-2D4034629FCC}">
          <p14:sldIdLst>
            <p14:sldId id="269"/>
            <p14:sldId id="265"/>
            <p14:sldId id="266"/>
          </p14:sldIdLst>
        </p14:section>
        <p14:section name="QA and End" id="{3DBC4AD6-6438-4F5A-9B8C-60319E6F0D8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8AAF0-9F7D-441E-83C0-49D78F6B32A0}" v="1" dt="2026-02-02T23:17:37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8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71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Diaz" userId="a67813167a2bdc0c" providerId="LiveId" clId="{72710C23-15A0-4A02-A938-F1445ABB50D7}"/>
    <pc:docChg chg="custSel delSld modSld modSection">
      <pc:chgData name="Jason Diaz" userId="a67813167a2bdc0c" providerId="LiveId" clId="{72710C23-15A0-4A02-A938-F1445ABB50D7}" dt="2026-02-03T16:29:39.683" v="393" actId="34807"/>
      <pc:docMkLst>
        <pc:docMk/>
      </pc:docMkLst>
      <pc:sldChg chg="modSp mod modNotesTx">
        <pc:chgData name="Jason Diaz" userId="a67813167a2bdc0c" providerId="LiveId" clId="{72710C23-15A0-4A02-A938-F1445ABB50D7}" dt="2026-02-03T16:29:39.683" v="393" actId="34807"/>
        <pc:sldMkLst>
          <pc:docMk/>
          <pc:sldMk cId="1106413866" sldId="258"/>
        </pc:sldMkLst>
        <pc:spChg chg="mod">
          <ac:chgData name="Jason Diaz" userId="a67813167a2bdc0c" providerId="LiveId" clId="{72710C23-15A0-4A02-A938-F1445ABB50D7}" dt="2026-02-03T16:26:12.354" v="366" actId="20577"/>
          <ac:spMkLst>
            <pc:docMk/>
            <pc:sldMk cId="1106413866" sldId="258"/>
            <ac:spMk id="2" creationId="{C8ACC0A7-6DB9-E0E7-2C56-4062C1A8F787}"/>
          </ac:spMkLst>
        </pc:spChg>
        <pc:spChg chg="mod">
          <ac:chgData name="Jason Diaz" userId="a67813167a2bdc0c" providerId="LiveId" clId="{72710C23-15A0-4A02-A938-F1445ABB50D7}" dt="2026-02-03T16:29:39.683" v="393" actId="34807"/>
          <ac:spMkLst>
            <pc:docMk/>
            <pc:sldMk cId="1106413866" sldId="258"/>
            <ac:spMk id="8" creationId="{A602EC58-6211-6ADC-C907-A0673C0C1B1B}"/>
          </ac:spMkLst>
        </pc:spChg>
      </pc:sldChg>
      <pc:sldChg chg="modSp">
        <pc:chgData name="Jason Diaz" userId="a67813167a2bdc0c" providerId="LiveId" clId="{72710C23-15A0-4A02-A938-F1445ABB50D7}" dt="2026-02-02T23:17:37.501" v="0"/>
        <pc:sldMkLst>
          <pc:docMk/>
          <pc:sldMk cId="2925984541" sldId="259"/>
        </pc:sldMkLst>
        <pc:graphicFrameChg chg="mod">
          <ac:chgData name="Jason Diaz" userId="a67813167a2bdc0c" providerId="LiveId" clId="{72710C23-15A0-4A02-A938-F1445ABB50D7}" dt="2026-02-02T23:17:37.501" v="0"/>
          <ac:graphicFrameMkLst>
            <pc:docMk/>
            <pc:sldMk cId="2925984541" sldId="259"/>
            <ac:graphicFrameMk id="5" creationId="{11507911-A6E7-C0B8-BC28-1C683154B495}"/>
          </ac:graphicFrameMkLst>
        </pc:graphicFrameChg>
      </pc:sldChg>
      <pc:sldChg chg="modSp mod">
        <pc:chgData name="Jason Diaz" userId="a67813167a2bdc0c" providerId="LiveId" clId="{72710C23-15A0-4A02-A938-F1445ABB50D7}" dt="2026-02-02T23:25:38.157" v="159" actId="14100"/>
        <pc:sldMkLst>
          <pc:docMk/>
          <pc:sldMk cId="3316882394" sldId="261"/>
        </pc:sldMkLst>
        <pc:spChg chg="mod">
          <ac:chgData name="Jason Diaz" userId="a67813167a2bdc0c" providerId="LiveId" clId="{72710C23-15A0-4A02-A938-F1445ABB50D7}" dt="2026-02-02T23:25:38.157" v="159" actId="14100"/>
          <ac:spMkLst>
            <pc:docMk/>
            <pc:sldMk cId="3316882394" sldId="261"/>
            <ac:spMk id="2" creationId="{9541B9DB-EF16-81D4-77BB-0B994D6BE0B2}"/>
          </ac:spMkLst>
        </pc:spChg>
        <pc:spChg chg="mod">
          <ac:chgData name="Jason Diaz" userId="a67813167a2bdc0c" providerId="LiveId" clId="{72710C23-15A0-4A02-A938-F1445ABB50D7}" dt="2026-02-02T23:18:35.939" v="9" actId="20577"/>
          <ac:spMkLst>
            <pc:docMk/>
            <pc:sldMk cId="3316882394" sldId="261"/>
            <ac:spMk id="3" creationId="{394FC107-3484-74F9-30FA-8232C9F9E269}"/>
          </ac:spMkLst>
        </pc:spChg>
      </pc:sldChg>
      <pc:sldChg chg="addSp delSp modSp mod modClrScheme delAnim chgLayout">
        <pc:chgData name="Jason Diaz" userId="a67813167a2bdc0c" providerId="LiveId" clId="{72710C23-15A0-4A02-A938-F1445ABB50D7}" dt="2026-02-02T23:25:10.957" v="157" actId="1076"/>
        <pc:sldMkLst>
          <pc:docMk/>
          <pc:sldMk cId="1983155695" sldId="262"/>
        </pc:sldMkLst>
        <pc:spChg chg="mod">
          <ac:chgData name="Jason Diaz" userId="a67813167a2bdc0c" providerId="LiveId" clId="{72710C23-15A0-4A02-A938-F1445ABB50D7}" dt="2026-02-02T23:25:10.957" v="157" actId="1076"/>
          <ac:spMkLst>
            <pc:docMk/>
            <pc:sldMk cId="1983155695" sldId="262"/>
            <ac:spMk id="2" creationId="{7D985231-1E9E-8E0B-2264-E29D5E034F8A}"/>
          </ac:spMkLst>
        </pc:spChg>
        <pc:spChg chg="add del mod">
          <ac:chgData name="Jason Diaz" userId="a67813167a2bdc0c" providerId="LiveId" clId="{72710C23-15A0-4A02-A938-F1445ABB50D7}" dt="2026-02-02T23:24:53.854" v="155" actId="26606"/>
          <ac:spMkLst>
            <pc:docMk/>
            <pc:sldMk cId="1983155695" sldId="262"/>
            <ac:spMk id="15" creationId="{838B5D89-3F64-E827-4160-FC5C3A0B1AA5}"/>
          </ac:spMkLst>
        </pc:spChg>
        <pc:picChg chg="del mod">
          <ac:chgData name="Jason Diaz" userId="a67813167a2bdc0c" providerId="LiveId" clId="{72710C23-15A0-4A02-A938-F1445ABB50D7}" dt="2026-02-02T23:24:50.085" v="154" actId="478"/>
          <ac:picMkLst>
            <pc:docMk/>
            <pc:sldMk cId="1983155695" sldId="262"/>
            <ac:picMk id="10" creationId="{E5C0B1B0-6EAB-C4BB-1CD3-A5D84E5E2783}"/>
          </ac:picMkLst>
        </pc:picChg>
      </pc:sldChg>
      <pc:sldChg chg="modSp mod chgLayout">
        <pc:chgData name="Jason Diaz" userId="a67813167a2bdc0c" providerId="LiveId" clId="{72710C23-15A0-4A02-A938-F1445ABB50D7}" dt="2026-02-02T23:24:27.761" v="148" actId="26606"/>
        <pc:sldMkLst>
          <pc:docMk/>
          <pc:sldMk cId="1735382506" sldId="264"/>
        </pc:sldMkLst>
        <pc:spChg chg="mod">
          <ac:chgData name="Jason Diaz" userId="a67813167a2bdc0c" providerId="LiveId" clId="{72710C23-15A0-4A02-A938-F1445ABB50D7}" dt="2026-02-02T23:24:27.761" v="148" actId="26606"/>
          <ac:spMkLst>
            <pc:docMk/>
            <pc:sldMk cId="1735382506" sldId="264"/>
            <ac:spMk id="2" creationId="{1127F188-E46C-BF59-F4DD-14ED81CAEA24}"/>
          </ac:spMkLst>
        </pc:spChg>
        <pc:spChg chg="mod">
          <ac:chgData name="Jason Diaz" userId="a67813167a2bdc0c" providerId="LiveId" clId="{72710C23-15A0-4A02-A938-F1445ABB50D7}" dt="2026-02-02T23:24:27.761" v="148" actId="26606"/>
          <ac:spMkLst>
            <pc:docMk/>
            <pc:sldMk cId="1735382506" sldId="264"/>
            <ac:spMk id="9" creationId="{86B59EC3-C247-759C-C987-F7E12352CDE2}"/>
          </ac:spMkLst>
        </pc:spChg>
      </pc:sldChg>
      <pc:sldChg chg="modSp mod modClrScheme chgLayout">
        <pc:chgData name="Jason Diaz" userId="a67813167a2bdc0c" providerId="LiveId" clId="{72710C23-15A0-4A02-A938-F1445ABB50D7}" dt="2026-02-02T23:27:21.382" v="241" actId="27636"/>
        <pc:sldMkLst>
          <pc:docMk/>
          <pc:sldMk cId="2641133148" sldId="265"/>
        </pc:sldMkLst>
        <pc:spChg chg="mod">
          <ac:chgData name="Jason Diaz" userId="a67813167a2bdc0c" providerId="LiveId" clId="{72710C23-15A0-4A02-A938-F1445ABB50D7}" dt="2026-02-02T23:23:09.661" v="86" actId="26606"/>
          <ac:spMkLst>
            <pc:docMk/>
            <pc:sldMk cId="2641133148" sldId="265"/>
            <ac:spMk id="2" creationId="{B0FA7AB5-DA5D-59EA-C053-0C225C2378A5}"/>
          </ac:spMkLst>
        </pc:spChg>
        <pc:spChg chg="mod">
          <ac:chgData name="Jason Diaz" userId="a67813167a2bdc0c" providerId="LiveId" clId="{72710C23-15A0-4A02-A938-F1445ABB50D7}" dt="2026-02-02T23:27:21.382" v="241" actId="27636"/>
          <ac:spMkLst>
            <pc:docMk/>
            <pc:sldMk cId="2641133148" sldId="265"/>
            <ac:spMk id="4" creationId="{A1CE79BD-818D-5607-7597-12A155139E9D}"/>
          </ac:spMkLst>
        </pc:spChg>
        <pc:picChg chg="mod">
          <ac:chgData name="Jason Diaz" userId="a67813167a2bdc0c" providerId="LiveId" clId="{72710C23-15A0-4A02-A938-F1445ABB50D7}" dt="2026-02-02T23:23:09.661" v="86" actId="26606"/>
          <ac:picMkLst>
            <pc:docMk/>
            <pc:sldMk cId="2641133148" sldId="265"/>
            <ac:picMk id="6" creationId="{8644C38B-D46C-1A7B-2CE8-2F99E0668F08}"/>
          </ac:picMkLst>
        </pc:picChg>
      </pc:sldChg>
      <pc:sldChg chg="modSp mod modClrScheme chgLayout">
        <pc:chgData name="Jason Diaz" userId="a67813167a2bdc0c" providerId="LiveId" clId="{72710C23-15A0-4A02-A938-F1445ABB50D7}" dt="2026-02-02T23:31:48.114" v="359" actId="20577"/>
        <pc:sldMkLst>
          <pc:docMk/>
          <pc:sldMk cId="802051962" sldId="266"/>
        </pc:sldMkLst>
        <pc:spChg chg="mod">
          <ac:chgData name="Jason Diaz" userId="a67813167a2bdc0c" providerId="LiveId" clId="{72710C23-15A0-4A02-A938-F1445ABB50D7}" dt="2026-02-02T23:27:44.192" v="281" actId="20577"/>
          <ac:spMkLst>
            <pc:docMk/>
            <pc:sldMk cId="802051962" sldId="266"/>
            <ac:spMk id="2" creationId="{513F93A5-D551-289C-422E-96E2294B7A63}"/>
          </ac:spMkLst>
        </pc:spChg>
        <pc:spChg chg="mod">
          <ac:chgData name="Jason Diaz" userId="a67813167a2bdc0c" providerId="LiveId" clId="{72710C23-15A0-4A02-A938-F1445ABB50D7}" dt="2026-02-02T23:31:48.114" v="359" actId="20577"/>
          <ac:spMkLst>
            <pc:docMk/>
            <pc:sldMk cId="802051962" sldId="266"/>
            <ac:spMk id="5" creationId="{268CCB5B-4CFD-64D0-3B33-5AFA47243136}"/>
          </ac:spMkLst>
        </pc:spChg>
        <pc:picChg chg="mod">
          <ac:chgData name="Jason Diaz" userId="a67813167a2bdc0c" providerId="LiveId" clId="{72710C23-15A0-4A02-A938-F1445ABB50D7}" dt="2026-02-02T23:23:24.311" v="87" actId="26606"/>
          <ac:picMkLst>
            <pc:docMk/>
            <pc:sldMk cId="802051962" sldId="266"/>
            <ac:picMk id="7" creationId="{95ACE57A-52E8-ED03-47DC-C6A3610EE397}"/>
          </ac:picMkLst>
        </pc:picChg>
      </pc:sldChg>
      <pc:sldChg chg="modSp mod chgLayout">
        <pc:chgData name="Jason Diaz" userId="a67813167a2bdc0c" providerId="LiveId" clId="{72710C23-15A0-4A02-A938-F1445ABB50D7}" dt="2026-02-02T23:27:04.957" v="238" actId="20577"/>
        <pc:sldMkLst>
          <pc:docMk/>
          <pc:sldMk cId="2591290655" sldId="269"/>
        </pc:sldMkLst>
        <pc:spChg chg="mod">
          <ac:chgData name="Jason Diaz" userId="a67813167a2bdc0c" providerId="LiveId" clId="{72710C23-15A0-4A02-A938-F1445ABB50D7}" dt="2026-02-02T23:24:18.531" v="147" actId="26606"/>
          <ac:spMkLst>
            <pc:docMk/>
            <pc:sldMk cId="2591290655" sldId="269"/>
            <ac:spMk id="2" creationId="{A50D69EA-3D13-E1C0-F49A-9E07E6008247}"/>
          </ac:spMkLst>
        </pc:spChg>
        <pc:spChg chg="mod">
          <ac:chgData name="Jason Diaz" userId="a67813167a2bdc0c" providerId="LiveId" clId="{72710C23-15A0-4A02-A938-F1445ABB50D7}" dt="2026-02-02T23:27:04.957" v="238" actId="20577"/>
          <ac:spMkLst>
            <pc:docMk/>
            <pc:sldMk cId="2591290655" sldId="269"/>
            <ac:spMk id="3" creationId="{9AEDA3E0-0D48-2466-679D-230287A232CD}"/>
          </ac:spMkLst>
        </pc:spChg>
      </pc:sldChg>
      <pc:sldChg chg="modSp del mod">
        <pc:chgData name="Jason Diaz" userId="a67813167a2bdc0c" providerId="LiveId" clId="{72710C23-15A0-4A02-A938-F1445ABB50D7}" dt="2026-02-02T23:26:08.221" v="164" actId="2696"/>
        <pc:sldMkLst>
          <pc:docMk/>
          <pc:sldMk cId="2850780747" sldId="270"/>
        </pc:sldMkLst>
        <pc:spChg chg="mod">
          <ac:chgData name="Jason Diaz" userId="a67813167a2bdc0c" providerId="LiveId" clId="{72710C23-15A0-4A02-A938-F1445ABB50D7}" dt="2026-02-02T23:21:37.898" v="75" actId="20577"/>
          <ac:spMkLst>
            <pc:docMk/>
            <pc:sldMk cId="2850780747" sldId="270"/>
            <ac:spMk id="2" creationId="{32818514-88C0-B833-B02B-2D94227AD16B}"/>
          </ac:spMkLst>
        </pc:spChg>
        <pc:spChg chg="mod">
          <ac:chgData name="Jason Diaz" userId="a67813167a2bdc0c" providerId="LiveId" clId="{72710C23-15A0-4A02-A938-F1445ABB50D7}" dt="2026-02-02T23:26:00.662" v="163" actId="20577"/>
          <ac:spMkLst>
            <pc:docMk/>
            <pc:sldMk cId="2850780747" sldId="270"/>
            <ac:spMk id="5" creationId="{C90069D1-CB1B-53DD-C1C6-CFC4077BD52D}"/>
          </ac:spMkLst>
        </pc:spChg>
      </pc:sldChg>
    </pc:docChg>
  </pc:docChgLst>
</pc:chgInfo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13E121-9CB4-4A3C-8545-5A6A58A442B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12AD9FE-95B8-42BF-B166-6A28CA128A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External vendors can be pricey, force us into long term contracts.</a:t>
          </a:r>
        </a:p>
      </dgm:t>
    </dgm:pt>
    <dgm:pt modelId="{0AD2A9EF-CE01-46A2-ABA3-E96EF5DB3DCF}" type="parTrans" cxnId="{4693DC18-29AB-495D-98C3-BFF44378D7DB}">
      <dgm:prSet/>
      <dgm:spPr/>
      <dgm:t>
        <a:bodyPr/>
        <a:lstStyle/>
        <a:p>
          <a:endParaRPr lang="en-US"/>
        </a:p>
      </dgm:t>
    </dgm:pt>
    <dgm:pt modelId="{1A02AB64-9630-4990-B5FD-9B342380A2EA}" type="sibTrans" cxnId="{4693DC18-29AB-495D-98C3-BFF44378D7DB}">
      <dgm:prSet/>
      <dgm:spPr/>
      <dgm:t>
        <a:bodyPr/>
        <a:lstStyle/>
        <a:p>
          <a:endParaRPr lang="en-US"/>
        </a:p>
      </dgm:t>
    </dgm:pt>
    <dgm:pt modelId="{A28A9A0D-CFD0-439C-9E60-200A56995F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Even if we find a vendor, we may still need heavy customization to get the app to satisfy our needs.</a:t>
          </a:r>
        </a:p>
      </dgm:t>
    </dgm:pt>
    <dgm:pt modelId="{FE442765-920C-4A1A-847C-DC47E2632A14}" type="parTrans" cxnId="{869F155B-5653-4E9A-A0D3-F8BDE6660B98}">
      <dgm:prSet/>
      <dgm:spPr/>
      <dgm:t>
        <a:bodyPr/>
        <a:lstStyle/>
        <a:p>
          <a:endParaRPr lang="en-US"/>
        </a:p>
      </dgm:t>
    </dgm:pt>
    <dgm:pt modelId="{724CA436-16A1-4692-9242-B7CC681B80A4}" type="sibTrans" cxnId="{869F155B-5653-4E9A-A0D3-F8BDE6660B98}">
      <dgm:prSet/>
      <dgm:spPr/>
      <dgm:t>
        <a:bodyPr/>
        <a:lstStyle/>
        <a:p>
          <a:endParaRPr lang="en-US"/>
        </a:p>
      </dgm:t>
    </dgm:pt>
    <dgm:pt modelId="{52048AD7-984C-4B71-BB73-6F1B139352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house development requires resources to be pulled away from mission critical projects.</a:t>
          </a:r>
        </a:p>
      </dgm:t>
    </dgm:pt>
    <dgm:pt modelId="{8A42B2F9-8C8D-40F0-B054-9FED6C7B81F0}" type="parTrans" cxnId="{DF921D98-6368-40F9-9FBB-EDA4A76ADF43}">
      <dgm:prSet/>
      <dgm:spPr/>
      <dgm:t>
        <a:bodyPr/>
        <a:lstStyle/>
        <a:p>
          <a:endParaRPr lang="en-US"/>
        </a:p>
      </dgm:t>
    </dgm:pt>
    <dgm:pt modelId="{A37E948A-5387-46AB-B6C4-2BB7C6B3039B}" type="sibTrans" cxnId="{DF921D98-6368-40F9-9FBB-EDA4A76ADF43}">
      <dgm:prSet/>
      <dgm:spPr/>
      <dgm:t>
        <a:bodyPr/>
        <a:lstStyle/>
        <a:p>
          <a:endParaRPr lang="en-US"/>
        </a:p>
      </dgm:t>
    </dgm:pt>
    <dgm:pt modelId="{1FE85E97-80FF-483B-8FE8-4AD3C204AD4D}" type="pres">
      <dgm:prSet presAssocID="{5F13E121-9CB4-4A3C-8545-5A6A58A442B7}" presName="root" presStyleCnt="0">
        <dgm:presLayoutVars>
          <dgm:dir/>
          <dgm:resizeHandles val="exact"/>
        </dgm:presLayoutVars>
      </dgm:prSet>
      <dgm:spPr/>
    </dgm:pt>
    <dgm:pt modelId="{2ECBB7C8-1C46-494D-B1A7-E1021D36480F}" type="pres">
      <dgm:prSet presAssocID="{F12AD9FE-95B8-42BF-B166-6A28CA128A82}" presName="compNode" presStyleCnt="0"/>
      <dgm:spPr/>
    </dgm:pt>
    <dgm:pt modelId="{CDA5AF48-A046-474E-BE20-484499E21589}" type="pres">
      <dgm:prSet presAssocID="{F12AD9FE-95B8-42BF-B166-6A28CA128A82}" presName="bgRect" presStyleLbl="bgShp" presStyleIdx="0" presStyleCnt="3"/>
      <dgm:spPr/>
    </dgm:pt>
    <dgm:pt modelId="{3798D323-5FE5-4DF5-931F-1BCCDADBA1A2}" type="pres">
      <dgm:prSet presAssocID="{F12AD9FE-95B8-42BF-B166-6A28CA128A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D65E24A7-FCC0-482C-ACF1-D0E0E6AE51D7}" type="pres">
      <dgm:prSet presAssocID="{F12AD9FE-95B8-42BF-B166-6A28CA128A82}" presName="spaceRect" presStyleCnt="0"/>
      <dgm:spPr/>
    </dgm:pt>
    <dgm:pt modelId="{4317B4FE-CF12-4A6E-A1EB-FB83A31F5893}" type="pres">
      <dgm:prSet presAssocID="{F12AD9FE-95B8-42BF-B166-6A28CA128A82}" presName="parTx" presStyleLbl="revTx" presStyleIdx="0" presStyleCnt="3">
        <dgm:presLayoutVars>
          <dgm:chMax val="0"/>
          <dgm:chPref val="0"/>
        </dgm:presLayoutVars>
      </dgm:prSet>
      <dgm:spPr/>
    </dgm:pt>
    <dgm:pt modelId="{BD37611A-11A6-47DB-9820-8B684E6A3A95}" type="pres">
      <dgm:prSet presAssocID="{1A02AB64-9630-4990-B5FD-9B342380A2EA}" presName="sibTrans" presStyleCnt="0"/>
      <dgm:spPr/>
    </dgm:pt>
    <dgm:pt modelId="{C798EF89-3A09-419D-A09A-DADFA50BB9D4}" type="pres">
      <dgm:prSet presAssocID="{A28A9A0D-CFD0-439C-9E60-200A56995F5A}" presName="compNode" presStyleCnt="0"/>
      <dgm:spPr/>
    </dgm:pt>
    <dgm:pt modelId="{216AE989-8FB9-4190-A4AB-31B873468E38}" type="pres">
      <dgm:prSet presAssocID="{A28A9A0D-CFD0-439C-9E60-200A56995F5A}" presName="bgRect" presStyleLbl="bgShp" presStyleIdx="1" presStyleCnt="3"/>
      <dgm:spPr/>
    </dgm:pt>
    <dgm:pt modelId="{5AFD0EE9-A06F-432E-B1C3-C5CFB3CDB8DF}" type="pres">
      <dgm:prSet presAssocID="{A28A9A0D-CFD0-439C-9E60-200A56995F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A442AE02-8A9A-4BD5-A136-23EFF7B00686}" type="pres">
      <dgm:prSet presAssocID="{A28A9A0D-CFD0-439C-9E60-200A56995F5A}" presName="spaceRect" presStyleCnt="0"/>
      <dgm:spPr/>
    </dgm:pt>
    <dgm:pt modelId="{98731A5A-121A-4C41-B222-D9579CF53688}" type="pres">
      <dgm:prSet presAssocID="{A28A9A0D-CFD0-439C-9E60-200A56995F5A}" presName="parTx" presStyleLbl="revTx" presStyleIdx="1" presStyleCnt="3">
        <dgm:presLayoutVars>
          <dgm:chMax val="0"/>
          <dgm:chPref val="0"/>
        </dgm:presLayoutVars>
      </dgm:prSet>
      <dgm:spPr/>
    </dgm:pt>
    <dgm:pt modelId="{59C68EBC-ABAE-4A1E-84AB-17EDDDA65083}" type="pres">
      <dgm:prSet presAssocID="{724CA436-16A1-4692-9242-B7CC681B80A4}" presName="sibTrans" presStyleCnt="0"/>
      <dgm:spPr/>
    </dgm:pt>
    <dgm:pt modelId="{BE42ED7E-F164-4218-9611-6A8DE2799B6C}" type="pres">
      <dgm:prSet presAssocID="{52048AD7-984C-4B71-BB73-6F1B139352C0}" presName="compNode" presStyleCnt="0"/>
      <dgm:spPr/>
    </dgm:pt>
    <dgm:pt modelId="{80072766-4538-4FB8-85A4-0327B3CE7675}" type="pres">
      <dgm:prSet presAssocID="{52048AD7-984C-4B71-BB73-6F1B139352C0}" presName="bgRect" presStyleLbl="bgShp" presStyleIdx="2" presStyleCnt="3"/>
      <dgm:spPr/>
    </dgm:pt>
    <dgm:pt modelId="{F28DAC5D-217F-4230-9E40-205B3EB41ECE}" type="pres">
      <dgm:prSet presAssocID="{52048AD7-984C-4B71-BB73-6F1B139352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35B74871-C51D-44B6-9450-21D29B1D0C84}" type="pres">
      <dgm:prSet presAssocID="{52048AD7-984C-4B71-BB73-6F1B139352C0}" presName="spaceRect" presStyleCnt="0"/>
      <dgm:spPr/>
    </dgm:pt>
    <dgm:pt modelId="{321996DD-F701-4DF7-94B3-FE5011B8D066}" type="pres">
      <dgm:prSet presAssocID="{52048AD7-984C-4B71-BB73-6F1B139352C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693DC18-29AB-495D-98C3-BFF44378D7DB}" srcId="{5F13E121-9CB4-4A3C-8545-5A6A58A442B7}" destId="{F12AD9FE-95B8-42BF-B166-6A28CA128A82}" srcOrd="0" destOrd="0" parTransId="{0AD2A9EF-CE01-46A2-ABA3-E96EF5DB3DCF}" sibTransId="{1A02AB64-9630-4990-B5FD-9B342380A2EA}"/>
    <dgm:cxn modelId="{2E77061C-1CC6-464B-992A-8BC88B0EFA1F}" type="presOf" srcId="{A28A9A0D-CFD0-439C-9E60-200A56995F5A}" destId="{98731A5A-121A-4C41-B222-D9579CF53688}" srcOrd="0" destOrd="0" presId="urn:microsoft.com/office/officeart/2018/2/layout/IconVerticalSolidList"/>
    <dgm:cxn modelId="{869F155B-5653-4E9A-A0D3-F8BDE6660B98}" srcId="{5F13E121-9CB4-4A3C-8545-5A6A58A442B7}" destId="{A28A9A0D-CFD0-439C-9E60-200A56995F5A}" srcOrd="1" destOrd="0" parTransId="{FE442765-920C-4A1A-847C-DC47E2632A14}" sibTransId="{724CA436-16A1-4692-9242-B7CC681B80A4}"/>
    <dgm:cxn modelId="{94887379-0457-4D40-98FD-53BBA786FACB}" type="presOf" srcId="{F12AD9FE-95B8-42BF-B166-6A28CA128A82}" destId="{4317B4FE-CF12-4A6E-A1EB-FB83A31F5893}" srcOrd="0" destOrd="0" presId="urn:microsoft.com/office/officeart/2018/2/layout/IconVerticalSolidList"/>
    <dgm:cxn modelId="{8F0E378B-55F0-44FA-BEA0-EA9A506D06DD}" type="presOf" srcId="{52048AD7-984C-4B71-BB73-6F1B139352C0}" destId="{321996DD-F701-4DF7-94B3-FE5011B8D066}" srcOrd="0" destOrd="0" presId="urn:microsoft.com/office/officeart/2018/2/layout/IconVerticalSolidList"/>
    <dgm:cxn modelId="{DF921D98-6368-40F9-9FBB-EDA4A76ADF43}" srcId="{5F13E121-9CB4-4A3C-8545-5A6A58A442B7}" destId="{52048AD7-984C-4B71-BB73-6F1B139352C0}" srcOrd="2" destOrd="0" parTransId="{8A42B2F9-8C8D-40F0-B054-9FED6C7B81F0}" sibTransId="{A37E948A-5387-46AB-B6C4-2BB7C6B3039B}"/>
    <dgm:cxn modelId="{96A8E0B6-DF0C-499E-A7BD-8B24EB667AE8}" type="presOf" srcId="{5F13E121-9CB4-4A3C-8545-5A6A58A442B7}" destId="{1FE85E97-80FF-483B-8FE8-4AD3C204AD4D}" srcOrd="0" destOrd="0" presId="urn:microsoft.com/office/officeart/2018/2/layout/IconVerticalSolidList"/>
    <dgm:cxn modelId="{B9F5608E-FEA2-4660-8C8C-30121616CDF5}" type="presParOf" srcId="{1FE85E97-80FF-483B-8FE8-4AD3C204AD4D}" destId="{2ECBB7C8-1C46-494D-B1A7-E1021D36480F}" srcOrd="0" destOrd="0" presId="urn:microsoft.com/office/officeart/2018/2/layout/IconVerticalSolidList"/>
    <dgm:cxn modelId="{7227A2E8-8A37-4C63-B479-D835B22D794D}" type="presParOf" srcId="{2ECBB7C8-1C46-494D-B1A7-E1021D36480F}" destId="{CDA5AF48-A046-474E-BE20-484499E21589}" srcOrd="0" destOrd="0" presId="urn:microsoft.com/office/officeart/2018/2/layout/IconVerticalSolidList"/>
    <dgm:cxn modelId="{59499D14-4F15-4438-A748-0BC6619380A0}" type="presParOf" srcId="{2ECBB7C8-1C46-494D-B1A7-E1021D36480F}" destId="{3798D323-5FE5-4DF5-931F-1BCCDADBA1A2}" srcOrd="1" destOrd="0" presId="urn:microsoft.com/office/officeart/2018/2/layout/IconVerticalSolidList"/>
    <dgm:cxn modelId="{7282C07E-886D-483F-B9BD-D097D939EDB3}" type="presParOf" srcId="{2ECBB7C8-1C46-494D-B1A7-E1021D36480F}" destId="{D65E24A7-FCC0-482C-ACF1-D0E0E6AE51D7}" srcOrd="2" destOrd="0" presId="urn:microsoft.com/office/officeart/2018/2/layout/IconVerticalSolidList"/>
    <dgm:cxn modelId="{464393C5-734F-4005-8B0F-E97836DEE14F}" type="presParOf" srcId="{2ECBB7C8-1C46-494D-B1A7-E1021D36480F}" destId="{4317B4FE-CF12-4A6E-A1EB-FB83A31F5893}" srcOrd="3" destOrd="0" presId="urn:microsoft.com/office/officeart/2018/2/layout/IconVerticalSolidList"/>
    <dgm:cxn modelId="{E0A82810-E705-4959-A36B-0F62B00030F3}" type="presParOf" srcId="{1FE85E97-80FF-483B-8FE8-4AD3C204AD4D}" destId="{BD37611A-11A6-47DB-9820-8B684E6A3A95}" srcOrd="1" destOrd="0" presId="urn:microsoft.com/office/officeart/2018/2/layout/IconVerticalSolidList"/>
    <dgm:cxn modelId="{57255039-08F6-4AC0-9831-47039B5ACF75}" type="presParOf" srcId="{1FE85E97-80FF-483B-8FE8-4AD3C204AD4D}" destId="{C798EF89-3A09-419D-A09A-DADFA50BB9D4}" srcOrd="2" destOrd="0" presId="urn:microsoft.com/office/officeart/2018/2/layout/IconVerticalSolidList"/>
    <dgm:cxn modelId="{554E8E24-F3FF-43B4-9E42-0D1668441B4A}" type="presParOf" srcId="{C798EF89-3A09-419D-A09A-DADFA50BB9D4}" destId="{216AE989-8FB9-4190-A4AB-31B873468E38}" srcOrd="0" destOrd="0" presId="urn:microsoft.com/office/officeart/2018/2/layout/IconVerticalSolidList"/>
    <dgm:cxn modelId="{4F6FA6A9-3E58-439E-BDAE-2A731DA2FDDA}" type="presParOf" srcId="{C798EF89-3A09-419D-A09A-DADFA50BB9D4}" destId="{5AFD0EE9-A06F-432E-B1C3-C5CFB3CDB8DF}" srcOrd="1" destOrd="0" presId="urn:microsoft.com/office/officeart/2018/2/layout/IconVerticalSolidList"/>
    <dgm:cxn modelId="{D3B7C23C-55CC-47E8-B09B-56B11E52BF4D}" type="presParOf" srcId="{C798EF89-3A09-419D-A09A-DADFA50BB9D4}" destId="{A442AE02-8A9A-4BD5-A136-23EFF7B00686}" srcOrd="2" destOrd="0" presId="urn:microsoft.com/office/officeart/2018/2/layout/IconVerticalSolidList"/>
    <dgm:cxn modelId="{78B653CB-C86E-4BEE-BCA3-F8B1BE9EA376}" type="presParOf" srcId="{C798EF89-3A09-419D-A09A-DADFA50BB9D4}" destId="{98731A5A-121A-4C41-B222-D9579CF53688}" srcOrd="3" destOrd="0" presId="urn:microsoft.com/office/officeart/2018/2/layout/IconVerticalSolidList"/>
    <dgm:cxn modelId="{27EC850B-3E01-4025-A3EE-BA03CF722745}" type="presParOf" srcId="{1FE85E97-80FF-483B-8FE8-4AD3C204AD4D}" destId="{59C68EBC-ABAE-4A1E-84AB-17EDDDA65083}" srcOrd="3" destOrd="0" presId="urn:microsoft.com/office/officeart/2018/2/layout/IconVerticalSolidList"/>
    <dgm:cxn modelId="{90E1C523-F62E-43DF-BFE4-E1B6BED6ED1B}" type="presParOf" srcId="{1FE85E97-80FF-483B-8FE8-4AD3C204AD4D}" destId="{BE42ED7E-F164-4218-9611-6A8DE2799B6C}" srcOrd="4" destOrd="0" presId="urn:microsoft.com/office/officeart/2018/2/layout/IconVerticalSolidList"/>
    <dgm:cxn modelId="{5C5D15DD-1FBC-49FC-91FE-1542E60618A4}" type="presParOf" srcId="{BE42ED7E-F164-4218-9611-6A8DE2799B6C}" destId="{80072766-4538-4FB8-85A4-0327B3CE7675}" srcOrd="0" destOrd="0" presId="urn:microsoft.com/office/officeart/2018/2/layout/IconVerticalSolidList"/>
    <dgm:cxn modelId="{62D7E70E-4B7D-45E0-8CA6-6B304396CCB4}" type="presParOf" srcId="{BE42ED7E-F164-4218-9611-6A8DE2799B6C}" destId="{F28DAC5D-217F-4230-9E40-205B3EB41ECE}" srcOrd="1" destOrd="0" presId="urn:microsoft.com/office/officeart/2018/2/layout/IconVerticalSolidList"/>
    <dgm:cxn modelId="{1C773F4E-C6F2-4790-BB1D-CEA070F05B53}" type="presParOf" srcId="{BE42ED7E-F164-4218-9611-6A8DE2799B6C}" destId="{35B74871-C51D-44B6-9450-21D29B1D0C84}" srcOrd="2" destOrd="0" presId="urn:microsoft.com/office/officeart/2018/2/layout/IconVerticalSolidList"/>
    <dgm:cxn modelId="{422BA9E3-E440-4775-B8BF-C15E9D370B8A}" type="presParOf" srcId="{BE42ED7E-F164-4218-9611-6A8DE2799B6C}" destId="{321996DD-F701-4DF7-94B3-FE5011B8D0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C464-546E-4479-91CD-5DCB63D9EEFD}" type="doc">
      <dgm:prSet loTypeId="urn:microsoft.com/office/officeart/2005/8/layout/vList2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97B0B5D-FA1F-40D0-AEE0-690CE951DF81}">
      <dgm:prSet/>
      <dgm:spPr/>
      <dgm:t>
        <a:bodyPr/>
        <a:lstStyle/>
        <a:p>
          <a:r>
            <a:rPr lang="en-US" dirty="0"/>
            <a:t>We tried to give AI an entire design document up front with no guidance. </a:t>
          </a:r>
        </a:p>
      </dgm:t>
    </dgm:pt>
    <dgm:pt modelId="{9252D2CC-F3C9-406F-AA43-93B811851140}" type="parTrans" cxnId="{D30F9B5A-8316-4618-ABEA-536C1F09DBC5}">
      <dgm:prSet/>
      <dgm:spPr/>
      <dgm:t>
        <a:bodyPr/>
        <a:lstStyle/>
        <a:p>
          <a:endParaRPr lang="en-US"/>
        </a:p>
      </dgm:t>
    </dgm:pt>
    <dgm:pt modelId="{65F16EA1-80F0-4BD1-98A5-BB273D6DD033}" type="sibTrans" cxnId="{D30F9B5A-8316-4618-ABEA-536C1F09DBC5}">
      <dgm:prSet/>
      <dgm:spPr/>
      <dgm:t>
        <a:bodyPr/>
        <a:lstStyle/>
        <a:p>
          <a:endParaRPr lang="en-US"/>
        </a:p>
      </dgm:t>
    </dgm:pt>
    <dgm:pt modelId="{CDBC5343-723F-41D8-B84A-CC7B06AF0988}">
      <dgm:prSet/>
      <dgm:spPr/>
      <dgm:t>
        <a:bodyPr/>
        <a:lstStyle/>
        <a:p>
          <a:r>
            <a:rPr lang="en-US" dirty="0"/>
            <a:t>AI had to fill in a lot of gaps (like schema design, theming, UI) and use many different frameworks at once.</a:t>
          </a:r>
        </a:p>
      </dgm:t>
    </dgm:pt>
    <dgm:pt modelId="{84BCCEAB-6DDD-42FF-BD58-1A6B059BF4F8}" type="parTrans" cxnId="{DD868E19-801D-48E9-B75E-994493240AAF}">
      <dgm:prSet/>
      <dgm:spPr/>
      <dgm:t>
        <a:bodyPr/>
        <a:lstStyle/>
        <a:p>
          <a:endParaRPr lang="en-US"/>
        </a:p>
      </dgm:t>
    </dgm:pt>
    <dgm:pt modelId="{09F232D5-1FE5-483E-8FAD-66197648306E}" type="sibTrans" cxnId="{DD868E19-801D-48E9-B75E-994493240AAF}">
      <dgm:prSet/>
      <dgm:spPr/>
      <dgm:t>
        <a:bodyPr/>
        <a:lstStyle/>
        <a:p>
          <a:endParaRPr lang="en-US"/>
        </a:p>
      </dgm:t>
    </dgm:pt>
    <dgm:pt modelId="{B2715F95-7CFF-483A-8D39-AC4FED13D99F}">
      <dgm:prSet/>
      <dgm:spPr/>
      <dgm:t>
        <a:bodyPr/>
        <a:lstStyle/>
        <a:p>
          <a:r>
            <a:rPr lang="en-US" dirty="0"/>
            <a:t>Important context was left behind; it forgot things it had already done, or what it was trying to do.</a:t>
          </a:r>
        </a:p>
      </dgm:t>
    </dgm:pt>
    <dgm:pt modelId="{4B8F2EDF-A274-4149-A55A-8BE14BCFB329}" type="parTrans" cxnId="{9E1B781C-21DF-418F-B69B-8D163C6FDC27}">
      <dgm:prSet/>
      <dgm:spPr/>
      <dgm:t>
        <a:bodyPr/>
        <a:lstStyle/>
        <a:p>
          <a:endParaRPr lang="en-US"/>
        </a:p>
      </dgm:t>
    </dgm:pt>
    <dgm:pt modelId="{1E0B7F98-0F40-4681-93FA-B2F6699838D3}" type="sibTrans" cxnId="{9E1B781C-21DF-418F-B69B-8D163C6FDC27}">
      <dgm:prSet/>
      <dgm:spPr/>
      <dgm:t>
        <a:bodyPr/>
        <a:lstStyle/>
        <a:p>
          <a:endParaRPr lang="en-US"/>
        </a:p>
      </dgm:t>
    </dgm:pt>
    <dgm:pt modelId="{6DA66157-2D90-4C63-B1FA-4D7E1FB03631}">
      <dgm:prSet/>
      <dgm:spPr/>
      <dgm:t>
        <a:bodyPr/>
        <a:lstStyle/>
        <a:p>
          <a:r>
            <a:rPr lang="en-US"/>
            <a:t>It frequently got stuck in debugging loops, where it would “fix” one bug that caused a bug somewhere else.</a:t>
          </a:r>
        </a:p>
      </dgm:t>
    </dgm:pt>
    <dgm:pt modelId="{F7881CCB-359D-4A31-81C3-F67B36D66FF6}" type="parTrans" cxnId="{E407CE89-B1A3-4430-9637-E8A82B3B0A54}">
      <dgm:prSet/>
      <dgm:spPr/>
      <dgm:t>
        <a:bodyPr/>
        <a:lstStyle/>
        <a:p>
          <a:endParaRPr lang="en-US"/>
        </a:p>
      </dgm:t>
    </dgm:pt>
    <dgm:pt modelId="{63FDB8C4-83BA-4DA9-A718-E0A958662101}" type="sibTrans" cxnId="{E407CE89-B1A3-4430-9637-E8A82B3B0A54}">
      <dgm:prSet/>
      <dgm:spPr/>
      <dgm:t>
        <a:bodyPr/>
        <a:lstStyle/>
        <a:p>
          <a:endParaRPr lang="en-US"/>
        </a:p>
      </dgm:t>
    </dgm:pt>
    <dgm:pt modelId="{24ED1991-D718-4F5C-96AA-807300A8EF09}" type="pres">
      <dgm:prSet presAssocID="{969EC464-546E-4479-91CD-5DCB63D9EEFD}" presName="linear" presStyleCnt="0">
        <dgm:presLayoutVars>
          <dgm:animLvl val="lvl"/>
          <dgm:resizeHandles val="exact"/>
        </dgm:presLayoutVars>
      </dgm:prSet>
      <dgm:spPr/>
    </dgm:pt>
    <dgm:pt modelId="{E8B204F3-E8F0-48AF-9E03-72C781156C18}" type="pres">
      <dgm:prSet presAssocID="{497B0B5D-FA1F-40D0-AEE0-690CE951DF8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BCB182-5051-49E0-A26D-92CAD68F5578}" type="pres">
      <dgm:prSet presAssocID="{65F16EA1-80F0-4BD1-98A5-BB273D6DD033}" presName="spacer" presStyleCnt="0"/>
      <dgm:spPr/>
    </dgm:pt>
    <dgm:pt modelId="{BD6A37CB-3FCE-4DB7-BA43-F4A96BA6B0F9}" type="pres">
      <dgm:prSet presAssocID="{CDBC5343-723F-41D8-B84A-CC7B06AF09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CC2574-6467-4CA6-88CA-1262B907D99E}" type="pres">
      <dgm:prSet presAssocID="{09F232D5-1FE5-483E-8FAD-66197648306E}" presName="spacer" presStyleCnt="0"/>
      <dgm:spPr/>
    </dgm:pt>
    <dgm:pt modelId="{4686A7F7-F51D-4256-8EC8-D0827A2B31CE}" type="pres">
      <dgm:prSet presAssocID="{B2715F95-7CFF-483A-8D39-AC4FED13D9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00722EE-A226-4756-9B2B-7976C6B6B75A}" type="pres">
      <dgm:prSet presAssocID="{1E0B7F98-0F40-4681-93FA-B2F6699838D3}" presName="spacer" presStyleCnt="0"/>
      <dgm:spPr/>
    </dgm:pt>
    <dgm:pt modelId="{4C7B71F0-535B-4B70-BD68-23AE84112920}" type="pres">
      <dgm:prSet presAssocID="{6DA66157-2D90-4C63-B1FA-4D7E1FB0363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9EF05-10D4-4F5A-ACF9-FD2BFA74C31E}" type="presOf" srcId="{969EC464-546E-4479-91CD-5DCB63D9EEFD}" destId="{24ED1991-D718-4F5C-96AA-807300A8EF09}" srcOrd="0" destOrd="0" presId="urn:microsoft.com/office/officeart/2005/8/layout/vList2"/>
    <dgm:cxn modelId="{694E1806-CE9B-4B80-AAA7-472FD0DD4D9E}" type="presOf" srcId="{6DA66157-2D90-4C63-B1FA-4D7E1FB03631}" destId="{4C7B71F0-535B-4B70-BD68-23AE84112920}" srcOrd="0" destOrd="0" presId="urn:microsoft.com/office/officeart/2005/8/layout/vList2"/>
    <dgm:cxn modelId="{A247B415-21D7-4EA0-84A1-0EE94D2C0C7B}" type="presOf" srcId="{CDBC5343-723F-41D8-B84A-CC7B06AF0988}" destId="{BD6A37CB-3FCE-4DB7-BA43-F4A96BA6B0F9}" srcOrd="0" destOrd="0" presId="urn:microsoft.com/office/officeart/2005/8/layout/vList2"/>
    <dgm:cxn modelId="{DD868E19-801D-48E9-B75E-994493240AAF}" srcId="{969EC464-546E-4479-91CD-5DCB63D9EEFD}" destId="{CDBC5343-723F-41D8-B84A-CC7B06AF0988}" srcOrd="1" destOrd="0" parTransId="{84BCCEAB-6DDD-42FF-BD58-1A6B059BF4F8}" sibTransId="{09F232D5-1FE5-483E-8FAD-66197648306E}"/>
    <dgm:cxn modelId="{9E1B781C-21DF-418F-B69B-8D163C6FDC27}" srcId="{969EC464-546E-4479-91CD-5DCB63D9EEFD}" destId="{B2715F95-7CFF-483A-8D39-AC4FED13D99F}" srcOrd="2" destOrd="0" parTransId="{4B8F2EDF-A274-4149-A55A-8BE14BCFB329}" sibTransId="{1E0B7F98-0F40-4681-93FA-B2F6699838D3}"/>
    <dgm:cxn modelId="{D30F9B5A-8316-4618-ABEA-536C1F09DBC5}" srcId="{969EC464-546E-4479-91CD-5DCB63D9EEFD}" destId="{497B0B5D-FA1F-40D0-AEE0-690CE951DF81}" srcOrd="0" destOrd="0" parTransId="{9252D2CC-F3C9-406F-AA43-93B811851140}" sibTransId="{65F16EA1-80F0-4BD1-98A5-BB273D6DD033}"/>
    <dgm:cxn modelId="{E407CE89-B1A3-4430-9637-E8A82B3B0A54}" srcId="{969EC464-546E-4479-91CD-5DCB63D9EEFD}" destId="{6DA66157-2D90-4C63-B1FA-4D7E1FB03631}" srcOrd="3" destOrd="0" parTransId="{F7881CCB-359D-4A31-81C3-F67B36D66FF6}" sibTransId="{63FDB8C4-83BA-4DA9-A718-E0A958662101}"/>
    <dgm:cxn modelId="{D2DD8A8E-19FB-429C-AC7A-3FBF8E884D67}" type="presOf" srcId="{B2715F95-7CFF-483A-8D39-AC4FED13D99F}" destId="{4686A7F7-F51D-4256-8EC8-D0827A2B31CE}" srcOrd="0" destOrd="0" presId="urn:microsoft.com/office/officeart/2005/8/layout/vList2"/>
    <dgm:cxn modelId="{043E4ACA-1E58-4A11-A9D6-78A2915EB031}" type="presOf" srcId="{497B0B5D-FA1F-40D0-AEE0-690CE951DF81}" destId="{E8B204F3-E8F0-48AF-9E03-72C781156C18}" srcOrd="0" destOrd="0" presId="urn:microsoft.com/office/officeart/2005/8/layout/vList2"/>
    <dgm:cxn modelId="{52DC47EF-4BEC-4A1D-A0AB-A3D347CEAA96}" type="presParOf" srcId="{24ED1991-D718-4F5C-96AA-807300A8EF09}" destId="{E8B204F3-E8F0-48AF-9E03-72C781156C18}" srcOrd="0" destOrd="0" presId="urn:microsoft.com/office/officeart/2005/8/layout/vList2"/>
    <dgm:cxn modelId="{4BB32480-D7F7-4C40-BCA3-08927B9770CB}" type="presParOf" srcId="{24ED1991-D718-4F5C-96AA-807300A8EF09}" destId="{AEBCB182-5051-49E0-A26D-92CAD68F5578}" srcOrd="1" destOrd="0" presId="urn:microsoft.com/office/officeart/2005/8/layout/vList2"/>
    <dgm:cxn modelId="{55B66659-146C-49D0-9A47-7FFC2DBFC3F4}" type="presParOf" srcId="{24ED1991-D718-4F5C-96AA-807300A8EF09}" destId="{BD6A37CB-3FCE-4DB7-BA43-F4A96BA6B0F9}" srcOrd="2" destOrd="0" presId="urn:microsoft.com/office/officeart/2005/8/layout/vList2"/>
    <dgm:cxn modelId="{B1363D4B-67ED-4271-8146-39348ABDAD55}" type="presParOf" srcId="{24ED1991-D718-4F5C-96AA-807300A8EF09}" destId="{ACCC2574-6467-4CA6-88CA-1262B907D99E}" srcOrd="3" destOrd="0" presId="urn:microsoft.com/office/officeart/2005/8/layout/vList2"/>
    <dgm:cxn modelId="{6D536B8A-63DB-4709-A348-0653654D2133}" type="presParOf" srcId="{24ED1991-D718-4F5C-96AA-807300A8EF09}" destId="{4686A7F7-F51D-4256-8EC8-D0827A2B31CE}" srcOrd="4" destOrd="0" presId="urn:microsoft.com/office/officeart/2005/8/layout/vList2"/>
    <dgm:cxn modelId="{36562173-9241-44E7-B58B-FA092C9659A8}" type="presParOf" srcId="{24ED1991-D718-4F5C-96AA-807300A8EF09}" destId="{E00722EE-A226-4756-9B2B-7976C6B6B75A}" srcOrd="5" destOrd="0" presId="urn:microsoft.com/office/officeart/2005/8/layout/vList2"/>
    <dgm:cxn modelId="{BE905BFF-80E1-42D7-85A3-2033F0466B18}" type="presParOf" srcId="{24ED1991-D718-4F5C-96AA-807300A8EF09}" destId="{4C7B71F0-535B-4B70-BD68-23AE841129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5AF48-A046-474E-BE20-484499E21589}">
      <dsp:nvSpPr>
        <dsp:cNvPr id="0" name=""/>
        <dsp:cNvSpPr/>
      </dsp:nvSpPr>
      <dsp:spPr>
        <a:xfrm>
          <a:off x="0" y="604"/>
          <a:ext cx="10954511" cy="1415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98D323-5FE5-4DF5-931F-1BCCDADBA1A2}">
      <dsp:nvSpPr>
        <dsp:cNvPr id="0" name=""/>
        <dsp:cNvSpPr/>
      </dsp:nvSpPr>
      <dsp:spPr>
        <a:xfrm>
          <a:off x="428239" y="319130"/>
          <a:ext cx="778617" cy="778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7B4FE-CF12-4A6E-A1EB-FB83A31F5893}">
      <dsp:nvSpPr>
        <dsp:cNvPr id="0" name=""/>
        <dsp:cNvSpPr/>
      </dsp:nvSpPr>
      <dsp:spPr>
        <a:xfrm>
          <a:off x="1635096" y="604"/>
          <a:ext cx="9319415" cy="141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825" tIns="149825" rIns="149825" bIns="14982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External vendors can be pricey, force us into long term contracts.</a:t>
          </a:r>
        </a:p>
      </dsp:txBody>
      <dsp:txXfrm>
        <a:off x="1635096" y="604"/>
        <a:ext cx="9319415" cy="1415667"/>
      </dsp:txXfrm>
    </dsp:sp>
    <dsp:sp modelId="{216AE989-8FB9-4190-A4AB-31B873468E38}">
      <dsp:nvSpPr>
        <dsp:cNvPr id="0" name=""/>
        <dsp:cNvSpPr/>
      </dsp:nvSpPr>
      <dsp:spPr>
        <a:xfrm>
          <a:off x="0" y="1770189"/>
          <a:ext cx="10954511" cy="1415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D0EE9-A06F-432E-B1C3-C5CFB3CDB8DF}">
      <dsp:nvSpPr>
        <dsp:cNvPr id="0" name=""/>
        <dsp:cNvSpPr/>
      </dsp:nvSpPr>
      <dsp:spPr>
        <a:xfrm>
          <a:off x="428239" y="2088714"/>
          <a:ext cx="778617" cy="778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31A5A-121A-4C41-B222-D9579CF53688}">
      <dsp:nvSpPr>
        <dsp:cNvPr id="0" name=""/>
        <dsp:cNvSpPr/>
      </dsp:nvSpPr>
      <dsp:spPr>
        <a:xfrm>
          <a:off x="1635096" y="1770189"/>
          <a:ext cx="9319415" cy="141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825" tIns="149825" rIns="149825" bIns="14982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Even if we find a vendor, we may still need heavy customization to get the app to satisfy our needs.</a:t>
          </a:r>
        </a:p>
      </dsp:txBody>
      <dsp:txXfrm>
        <a:off x="1635096" y="1770189"/>
        <a:ext cx="9319415" cy="1415667"/>
      </dsp:txXfrm>
    </dsp:sp>
    <dsp:sp modelId="{80072766-4538-4FB8-85A4-0327B3CE7675}">
      <dsp:nvSpPr>
        <dsp:cNvPr id="0" name=""/>
        <dsp:cNvSpPr/>
      </dsp:nvSpPr>
      <dsp:spPr>
        <a:xfrm>
          <a:off x="0" y="3539774"/>
          <a:ext cx="10954511" cy="14156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8DAC5D-217F-4230-9E40-205B3EB41ECE}">
      <dsp:nvSpPr>
        <dsp:cNvPr id="0" name=""/>
        <dsp:cNvSpPr/>
      </dsp:nvSpPr>
      <dsp:spPr>
        <a:xfrm>
          <a:off x="428239" y="3858299"/>
          <a:ext cx="778617" cy="7786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996DD-F701-4DF7-94B3-FE5011B8D066}">
      <dsp:nvSpPr>
        <dsp:cNvPr id="0" name=""/>
        <dsp:cNvSpPr/>
      </dsp:nvSpPr>
      <dsp:spPr>
        <a:xfrm>
          <a:off x="1635096" y="3539774"/>
          <a:ext cx="9319415" cy="141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825" tIns="149825" rIns="149825" bIns="14982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 house development requires resources to be pulled away from mission critical projects.</a:t>
          </a:r>
        </a:p>
      </dsp:txBody>
      <dsp:txXfrm>
        <a:off x="1635096" y="3539774"/>
        <a:ext cx="9319415" cy="1415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204F3-E8F0-48AF-9E03-72C781156C18}">
      <dsp:nvSpPr>
        <dsp:cNvPr id="0" name=""/>
        <dsp:cNvSpPr/>
      </dsp:nvSpPr>
      <dsp:spPr>
        <a:xfrm>
          <a:off x="0" y="62583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We tried to give AI an entire design document up front with no guidance. </a:t>
          </a:r>
        </a:p>
      </dsp:txBody>
      <dsp:txXfrm>
        <a:off x="54573" y="117156"/>
        <a:ext cx="10845365" cy="1008788"/>
      </dsp:txXfrm>
    </dsp:sp>
    <dsp:sp modelId="{BD6A37CB-3FCE-4DB7-BA43-F4A96BA6B0F9}">
      <dsp:nvSpPr>
        <dsp:cNvPr id="0" name=""/>
        <dsp:cNvSpPr/>
      </dsp:nvSpPr>
      <dsp:spPr>
        <a:xfrm>
          <a:off x="0" y="1261158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AI had to fill in a lot of gaps (like schema design, theming, UI) and use many different frameworks at once.</a:t>
          </a:r>
        </a:p>
      </dsp:txBody>
      <dsp:txXfrm>
        <a:off x="54573" y="1315731"/>
        <a:ext cx="10845365" cy="1008788"/>
      </dsp:txXfrm>
    </dsp:sp>
    <dsp:sp modelId="{4686A7F7-F51D-4256-8EC8-D0827A2B31CE}">
      <dsp:nvSpPr>
        <dsp:cNvPr id="0" name=""/>
        <dsp:cNvSpPr/>
      </dsp:nvSpPr>
      <dsp:spPr>
        <a:xfrm>
          <a:off x="0" y="2459733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Important context was left behind; it forgot things it had already done, or what it was trying to do.</a:t>
          </a:r>
        </a:p>
      </dsp:txBody>
      <dsp:txXfrm>
        <a:off x="54573" y="2514306"/>
        <a:ext cx="10845365" cy="1008788"/>
      </dsp:txXfrm>
    </dsp:sp>
    <dsp:sp modelId="{4C7B71F0-535B-4B70-BD68-23AE84112920}">
      <dsp:nvSpPr>
        <dsp:cNvPr id="0" name=""/>
        <dsp:cNvSpPr/>
      </dsp:nvSpPr>
      <dsp:spPr>
        <a:xfrm>
          <a:off x="0" y="3658308"/>
          <a:ext cx="10954511" cy="11179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It frequently got stuck in debugging loops, where it would “fix” one bug that caused a bug somewhere else.</a:t>
          </a:r>
        </a:p>
      </dsp:txBody>
      <dsp:txXfrm>
        <a:off x="54573" y="3712881"/>
        <a:ext cx="10845365" cy="1008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69BD-9DD2-4FDB-BF74-0892E225048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BB0CF-8F12-4502-A8A4-542337B45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6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Shorten this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BB0CF-8F12-4502-A8A4-542337B455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32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366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86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3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2511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08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4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2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741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91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06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391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61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11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019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7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27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2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84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04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9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37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38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49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46011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52883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92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0654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67603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2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392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504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550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0312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495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463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431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948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5391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415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960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1539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989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055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838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0193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108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117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057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0216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199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000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0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8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9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BDC4-51D6-CE8D-3494-E9BC7C2FA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lang="en-US" dirty="0"/>
              <a:t>Probation Portfolio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75D11-93B0-0830-0F9D-F339E50AD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en-US">
                <a:effectLst/>
              </a:rPr>
              <a:t>Leveraging AI to speed up the process of application development</a:t>
            </a:r>
            <a:endParaRPr lang="en-US" dirty="0"/>
          </a:p>
        </p:txBody>
      </p:sp>
      <p:pic>
        <p:nvPicPr>
          <p:cNvPr id="5" name="Picture Placeholder 4" descr="Close-up of a server network panel with lights and cables">
            <a:extLst>
              <a:ext uri="{FF2B5EF4-FFF2-40B4-BE49-F238E27FC236}">
                <a16:creationId xmlns:a16="http://schemas.microsoft.com/office/drawing/2014/main" id="{84494F2E-8120-B98B-35EF-C89DF2D54B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0" r="44148" b="-1"/>
          <a:stretch>
            <a:fillRect/>
          </a:stretch>
        </p:blipFill>
        <p:spPr>
          <a:xfrm>
            <a:off x="7534656" y="10"/>
            <a:ext cx="4654296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200355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D8DA-A3B3-F1E0-777C-E1E9E5B5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E7DC63-8CCC-4F05-4EA2-17FE9F36655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5146961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24174" y="258823"/>
          <a:ext cx="5509458" cy="6312922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1276390072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1219868911"/>
                    </a:ext>
                  </a:extLst>
                </a:gridCol>
              </a:tblGrid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The Problem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904763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First attempt with AI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4003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The Turning Point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835384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Tech Stack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1631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Demo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321441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Lessons Learned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085648"/>
                  </a:ext>
                </a:extLst>
              </a:tr>
              <a:tr h="90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 dirty="0">
                          <a:solidFill>
                            <a:schemeClr val="tx1"/>
                          </a:solidFill>
                        </a:rPr>
                        <a:t>QA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310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27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C0A7-6DB9-E0E7-2C56-4062C1A8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2EC58-6211-6ADC-C907-A0673C0C1B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2269" y="1993693"/>
            <a:ext cx="11587397" cy="4646950"/>
          </a:xfrm>
        </p:spPr>
        <p:txBody>
          <a:bodyPr anchor="ctr">
            <a:normAutofit/>
          </a:bodyPr>
          <a:lstStyle/>
          <a:p>
            <a:pPr marL="228600" indent="-228600" algn="l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t>ISB tracks project prioritization, applications, reports, accomplishments, and tasks using multiple spreadsheets and reporting systems.</a:t>
            </a:r>
          </a:p>
          <a:p>
            <a:pPr/>
            <a:r>
              <a:t>These sheets are interconnected but maintained separately, often leading to inconsistencies.</a:t>
            </a:r>
          </a:p>
          <a:p>
            <a:pPr/>
            <a:r>
              <a:t>An app is needed to manage these systems centrally while linking them logically.</a:t>
            </a:r>
          </a:p>
        </p:txBody>
      </p:sp>
    </p:spTree>
    <p:extLst>
      <p:ext uri="{BB962C8B-B14F-4D97-AF65-F5344CB8AC3E}">
        <p14:creationId xmlns:p14="http://schemas.microsoft.com/office/powerpoint/2010/main" val="110641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2AF3-C5F0-FC41-FF97-20404556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 anchor="b">
            <a:normAutofit/>
          </a:bodyPr>
          <a:lstStyle/>
          <a:p>
            <a:r>
              <a:rPr lang="en-US" dirty="0"/>
              <a:t>Looking for a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507911-A6E7-C0B8-BC28-1C683154B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858967"/>
              </p:ext>
            </p:extLst>
          </p:nvPr>
        </p:nvGraphicFramePr>
        <p:xfrm>
          <a:off x="612648" y="1362455"/>
          <a:ext cx="10954512" cy="495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98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F56A6-0D4A-D9BE-C4FF-0F76C019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5231-1E9E-8E0B-2264-E29D5E03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56" y="427219"/>
            <a:ext cx="6528816" cy="2075538"/>
          </a:xfrm>
        </p:spPr>
        <p:txBody>
          <a:bodyPr anchor="b">
            <a:normAutofit/>
          </a:bodyPr>
          <a:lstStyle/>
          <a:p>
            <a:r>
              <a:rPr lang="en-US" dirty="0"/>
              <a:t>Our First Attempt…</a:t>
            </a:r>
          </a:p>
        </p:txBody>
      </p:sp>
    </p:spTree>
    <p:extLst>
      <p:ext uri="{BB962C8B-B14F-4D97-AF65-F5344CB8AC3E}">
        <p14:creationId xmlns:p14="http://schemas.microsoft.com/office/powerpoint/2010/main" val="198315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B3FD-F7B7-7F80-4526-3504E85A7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C72A-B044-E378-E834-94096AB6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>
            <a:normAutofit/>
          </a:bodyPr>
          <a:lstStyle/>
          <a:p>
            <a:r>
              <a:t>It Didn't Meet Needs</a:t>
            </a:r>
          </a:p>
        </p:txBody>
      </p:sp>
    </p:spTree>
    <p:extLst>
      <p:ext uri="{BB962C8B-B14F-4D97-AF65-F5344CB8AC3E}">
        <p14:creationId xmlns:p14="http://schemas.microsoft.com/office/powerpoint/2010/main" val="4208028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FFAA-8100-FDBF-E111-92BEA163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anchor="t">
            <a:normAutofit/>
          </a:bodyPr>
          <a:lstStyle/>
          <a:p>
            <a:r>
              <a:t>Why It Didn't Meet Needs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1D4943-0919-DC62-2D91-2C06E6FD186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19217312"/>
              </p:ext>
            </p:extLst>
          </p:nvPr>
        </p:nvGraphicFramePr>
        <p:xfrm>
          <a:off x="612648" y="1379095"/>
          <a:ext cx="10954512" cy="483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Prompts were too broad and lacked concrete scaffolding</a:t>
            </a:r>
          </a:p>
          <a:p>
            <a:pPr/>
            <a:r>
              <a:t>Architecture decisions were not yet defined</a:t>
            </a:r>
          </a:p>
          <a:p>
            <a:pPr/>
            <a:r>
              <a:t>Output needed tighter review and iteration</a:t>
            </a:r>
          </a:p>
        </p:txBody>
      </p:sp>
    </p:spTree>
    <p:extLst>
      <p:ext uri="{BB962C8B-B14F-4D97-AF65-F5344CB8AC3E}">
        <p14:creationId xmlns:p14="http://schemas.microsoft.com/office/powerpoint/2010/main" val="3964473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B9DB-EF16-81D4-77BB-0B994D6B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578308"/>
            <a:ext cx="3081528" cy="2075988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Changing the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C107-3484-74F9-30FA-8232C9F9E2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>
            <a:normAutofit/>
          </a:bodyPr>
          <a:lstStyle/>
          <a:p>
            <a:pPr/>
            <a:r>
              <a:t>Instead of giving the AI a design document only, I started building the application manually.</a:t>
            </a:r>
          </a:p>
          <a:p>
            <a:pPr/>
            <a:r>
              <a:t>I created the first few modules, designed a basic schema, and built a simple themed UI.</a:t>
            </a:r>
          </a:p>
          <a:p>
            <a:pPr/>
            <a:r>
              <a:t>I scaffolded the core behavior, then used AI to extend the basics.</a:t>
            </a:r>
          </a:p>
        </p:txBody>
      </p:sp>
    </p:spTree>
    <p:extLst>
      <p:ext uri="{BB962C8B-B14F-4D97-AF65-F5344CB8AC3E}">
        <p14:creationId xmlns:p14="http://schemas.microsoft.com/office/powerpoint/2010/main" val="331688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F188-E46C-BF59-F4DD-14ED81CA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/>
              <a:t>AI Expands on What is Already There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6B59EC3-C247-759C-C987-F7E12352CD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pPr/>
            <a:r>
              <a:t>Instead of asking AI to build large parts of the app at once, we made shorter requests:</a:t>
            </a:r>
          </a:p>
          <a:p>
            <a:pPr/>
            <a:r>
              <a:t>Add a field to this model</a:t>
            </a:r>
          </a:p>
          <a:p>
            <a:pPr/>
            <a:r>
              <a:t>Using Component X as a reference, create Component Y</a:t>
            </a:r>
          </a:p>
          <a:p>
            <a:pPr/>
            <a:r>
              <a:t>Extend this API to support A, B and C</a:t>
            </a:r>
          </a:p>
          <a:p>
            <a:pPr/>
            <a:r>
              <a:t>Add documentation to this code to explain what it does</a:t>
            </a:r>
          </a:p>
          <a:p>
            <a:pPr/>
            <a:r>
              <a:t>Each change was reviewed and tested</a:t>
            </a:r>
          </a:p>
        </p:txBody>
      </p:sp>
    </p:spTree>
    <p:extLst>
      <p:ext uri="{BB962C8B-B14F-4D97-AF65-F5344CB8AC3E}">
        <p14:creationId xmlns:p14="http://schemas.microsoft.com/office/powerpoint/2010/main" val="1735382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139B-2163-2B32-0BCB-73C40BDE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596609"/>
          </a:xfrm>
        </p:spPr>
        <p:txBody>
          <a:bodyPr anchor="t">
            <a:normAutofit/>
          </a:bodyPr>
          <a:lstStyle/>
          <a:p>
            <a:r>
              <a:rPr lang="en-US" dirty="0"/>
              <a:t>Tech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075CE-C794-1328-BA50-CC8780FB9E2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502170" y="1146747"/>
            <a:ext cx="11064990" cy="174635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t>Backend: Django + Django REST Framework (Python)</a:t>
            </a:r>
            <a:endParaRPr lang="en-US" sz="2400" dirty="0"/>
          </a:p>
          <a:p>
            <a:pPr/>
            <a:r>
              <a:t>Database: PostgreSQL</a:t>
            </a:r>
          </a:p>
          <a:p>
            <a:pPr/>
            <a:r>
              <a:t>Frontend: React + Material UI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5D6399-1E84-F894-2C8A-462E15201516}"/>
              </a:ext>
            </a:extLst>
          </p:cNvPr>
          <p:cNvSpPr txBox="1">
            <a:spLocks/>
          </p:cNvSpPr>
          <p:nvPr/>
        </p:nvSpPr>
        <p:spPr>
          <a:xfrm>
            <a:off x="624839" y="2803160"/>
            <a:ext cx="4771619" cy="5966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t>Why this supports AI-assisted development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6C7E7AF-87FA-84BC-8EA3-E6CAE0E45AE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624840" y="3399769"/>
            <a:ext cx="11064990" cy="3120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Self-Describing Models</a:t>
            </a:r>
            <a:endParaRPr lang="en-US" sz="2400" dirty="0"/>
          </a:p>
          <a:p>
            <a:pPr/>
            <a:r>
              <a:t>Database structure defined in code (models.py)</a:t>
            </a:r>
          </a:p>
          <a:p>
            <a:pPr/>
            <a:r>
              <a:t>Relationships and constraints visible directly</a:t>
            </a:r>
          </a:p>
          <a:p>
            <a:pPr/>
            <a:r>
              <a:t>Strong Conventions</a:t>
            </a:r>
          </a:p>
          <a:p>
            <a:pPr/>
            <a:r>
              <a:t>Predictable structure for AI to follow</a:t>
            </a:r>
          </a:p>
          <a:p>
            <a:pPr/>
            <a:r>
              <a:t>Modular Design</a:t>
            </a:r>
          </a:p>
          <a:p>
            <a:pPr/>
            <a:r>
              <a:t>AI can extend one module to many</a:t>
            </a:r>
          </a:p>
        </p:txBody>
      </p:sp>
    </p:spTree>
    <p:extLst>
      <p:ext uri="{BB962C8B-B14F-4D97-AF65-F5344CB8AC3E}">
        <p14:creationId xmlns:p14="http://schemas.microsoft.com/office/powerpoint/2010/main" val="228541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0DCD-3A5D-5EAF-405E-7FA0D1632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2929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69EA-3D13-E1C0-F49A-9E07E600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DA3E0-0D48-2466-679D-230287A232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pPr/>
            <a:r>
              <a:t>AI is most effective when:</a:t>
            </a:r>
            <a:endParaRPr lang="en-US" dirty="0"/>
          </a:p>
          <a:p>
            <a:pPr/>
            <a:r>
              <a:t>Architecture is human-led</a:t>
            </a:r>
          </a:p>
          <a:p>
            <a:pPr/>
            <a:r>
              <a:t>Patterns already exist</a:t>
            </a:r>
          </a:p>
          <a:p>
            <a:pPr/>
            <a:r>
              <a:t>Prompts are specific and scoped</a:t>
            </a:r>
          </a:p>
          <a:p>
            <a:pPr/>
            <a:r>
              <a:t>Changes are reviewed and tested</a:t>
            </a:r>
          </a:p>
          <a:p>
            <a:pPr/>
            <a:r>
              <a:t>Domain experts and analysts validate outcomes</a:t>
            </a:r>
          </a:p>
          <a:p>
            <a:pPr/>
            <a:r>
              <a:t>AI is less effective when:</a:t>
            </a:r>
          </a:p>
          <a:p>
            <a:pPr/>
            <a:r>
              <a:t>Requirements are vague or conflicting</a:t>
            </a:r>
          </a:p>
          <a:p>
            <a:pPr/>
            <a:r>
              <a:t>System design is undefined</a:t>
            </a:r>
          </a:p>
          <a:p>
            <a:pPr/>
            <a:r>
              <a:t>Database schemas are not clearly defined</a:t>
            </a:r>
          </a:p>
        </p:txBody>
      </p:sp>
    </p:spTree>
    <p:extLst>
      <p:ext uri="{BB962C8B-B14F-4D97-AF65-F5344CB8AC3E}">
        <p14:creationId xmlns:p14="http://schemas.microsoft.com/office/powerpoint/2010/main" val="2591290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7AB5-DA5D-59EA-C053-0C225C23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>
            <a:normAutofit/>
          </a:bodyPr>
          <a:lstStyle/>
          <a:p>
            <a:r>
              <a:rPr lang="en-US" dirty="0"/>
              <a:t>Where AI Helped the Most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44C38B-D46C-1A7B-2CE8-2F99E0668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7" r="37088"/>
          <a:stretch>
            <a:fillRect/>
          </a:stretch>
        </p:blipFill>
        <p:spPr>
          <a:xfrm>
            <a:off x="115866" y="-1"/>
            <a:ext cx="7397496" cy="6857999"/>
          </a:xfrm>
          <a:prstGeom prst="rect">
            <a:avLst/>
          </a:prstGeom>
          <a:noFill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1CE79BD-818D-5607-7597-12A155139E9D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165592" y="2084832"/>
            <a:ext cx="3401568" cy="416966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Boilerplate models and CRUD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Repeating module structures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Validation and serializers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UI component patterns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Refactoring for consistency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Draft documentation and explanations</a:t>
            </a:r>
          </a:p>
        </p:txBody>
      </p:sp>
    </p:spTree>
    <p:extLst>
      <p:ext uri="{BB962C8B-B14F-4D97-AF65-F5344CB8AC3E}">
        <p14:creationId xmlns:p14="http://schemas.microsoft.com/office/powerpoint/2010/main" val="264113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93A5-D551-289C-422E-96E2294B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>
            <a:normAutofit/>
          </a:bodyPr>
          <a:lstStyle/>
          <a:p>
            <a:r>
              <a:t>Areas that required human ownership</a:t>
            </a:r>
          </a:p>
        </p:txBody>
      </p:sp>
      <p:pic>
        <p:nvPicPr>
          <p:cNvPr id="7" name="Picture 6" descr="Blue blocks and networks technology background">
            <a:extLst>
              <a:ext uri="{FF2B5EF4-FFF2-40B4-BE49-F238E27FC236}">
                <a16:creationId xmlns:a16="http://schemas.microsoft.com/office/drawing/2014/main" id="{95ACE57A-52E8-ED03-47DC-C6A3610E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28" r="35097"/>
          <a:stretch>
            <a:fillRect/>
          </a:stretch>
        </p:blipFill>
        <p:spPr>
          <a:xfrm>
            <a:off x="115866" y="-1"/>
            <a:ext cx="7397496" cy="6857999"/>
          </a:xfrm>
          <a:prstGeom prst="rect">
            <a:avLst/>
          </a:prstGeom>
          <a:noFill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68CCB5B-4CFD-64D0-3B33-5AFA47243136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165592" y="2084832"/>
            <a:ext cx="3401568" cy="4169664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t>System architecture and trade-offs</a:t>
            </a:r>
          </a:p>
          <a:p>
            <a:pPr/>
            <a:r>
              <a:t>Understanding nuanced business logic</a:t>
            </a:r>
          </a:p>
          <a:p>
            <a:pPr/>
            <a:r>
              <a:t>Running and validating command-line workflows</a:t>
            </a:r>
          </a:p>
        </p:txBody>
      </p:sp>
    </p:spTree>
    <p:extLst>
      <p:ext uri="{BB962C8B-B14F-4D97-AF65-F5344CB8AC3E}">
        <p14:creationId xmlns:p14="http://schemas.microsoft.com/office/powerpoint/2010/main" val="80205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E5EC-1694-2ED0-11BA-9A67A7A4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DBC4-AADA-6C61-5A6E-00D2381EC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/>
          <a:p>
            <a:r>
              <a:rPr lang="en-US" dirty="0"/>
              <a:t>QA</a:t>
            </a:r>
          </a:p>
        </p:txBody>
      </p:sp>
    </p:spTree>
    <p:extLst>
      <p:ext uri="{BB962C8B-B14F-4D97-AF65-F5344CB8AC3E}">
        <p14:creationId xmlns:p14="http://schemas.microsoft.com/office/powerpoint/2010/main" val="33020837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507</Words>
  <Application>Microsoft Office PowerPoint</Application>
  <PresentationFormat>Widescreen</PresentationFormat>
  <Paragraphs>77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Light</vt:lpstr>
      <vt:lpstr>Arial</vt:lpstr>
      <vt:lpstr>Chroma</vt:lpstr>
      <vt:lpstr>Probation Portfolio Hub</vt:lpstr>
      <vt:lpstr>Agenda</vt:lpstr>
      <vt:lpstr>Summary</vt:lpstr>
      <vt:lpstr>Looking for a solution</vt:lpstr>
      <vt:lpstr>Our First Attempt…</vt:lpstr>
      <vt:lpstr>It Failed</vt:lpstr>
      <vt:lpstr>Why it Failed</vt:lpstr>
      <vt:lpstr>Changing the Workflow</vt:lpstr>
      <vt:lpstr>AI Expands on What is Already There</vt:lpstr>
      <vt:lpstr>Tech Stack</vt:lpstr>
      <vt:lpstr>Demo</vt:lpstr>
      <vt:lpstr>Lessons Learned</vt:lpstr>
      <vt:lpstr>Where AI Helped the Most</vt:lpstr>
      <vt:lpstr>What AI Couldn’t Do</vt:lpstr>
      <vt:lpstr>QA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Diaz</dc:creator>
  <cp:lastModifiedBy>Jason Diaz</cp:lastModifiedBy>
  <cp:revision>1</cp:revision>
  <dcterms:created xsi:type="dcterms:W3CDTF">2026-02-02T19:22:34Z</dcterms:created>
  <dcterms:modified xsi:type="dcterms:W3CDTF">2026-02-03T16:29:50Z</dcterms:modified>
</cp:coreProperties>
</file>